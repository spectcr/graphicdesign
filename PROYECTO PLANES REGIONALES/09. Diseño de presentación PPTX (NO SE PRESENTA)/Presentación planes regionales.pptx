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7A369-A67D-A79D-40FD-A8C8F49F7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B5F065-7E2B-4183-E4B6-BC5314A64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082E9-26BB-92D9-47DA-17E1B007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216BA-751F-24D4-255C-F0E40574C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C71694-0273-8211-BA35-82BC7B98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2299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BEA2D-0D99-DB3A-7E84-EDD7D259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6262D6-D9EE-3FA3-9047-8AB90E19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98F0-79D7-A32E-B6E9-8C144922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8B3B99-0FEE-F92F-A24C-1A30E8B2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07B274-69C2-DF7E-B46E-C99A5CD0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7162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540A4-C6B0-18D4-6ED5-161CDA62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254D1F-167B-AC3E-A629-AC436EBC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14F8A-817E-9D5C-1FAD-FB40A65F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B315A9-D690-0304-1506-A38F8518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07026F-19A0-3152-A3C8-F2FE3F15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1395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0CC36-DA58-202D-AFD9-97CF6FC9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F09369-21DD-7D3A-1C15-D06A1E65A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5ACD5A-D247-2B02-A6C5-51DC3B9BD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8D245D-6DF4-F7F9-FC5E-D5BB1F87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D6FB35-BE89-47D4-286D-B1102220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7770B7-35D1-55F9-CEF4-33918641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3200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B43A-5492-D761-2D9D-F54D8191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A69599-7B47-3472-8888-8F7D4622B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0B680-CCE0-1C3C-1B51-AD926E0AF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9A31D5-993B-246C-DAB0-871F93B0D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3DC0E-A565-62DA-7141-5C4872CC4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84F3A-2F84-0820-E789-6026DF2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A47E73-7BED-BDEB-239D-FE9B3E98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3648B9-FA7E-F667-0BE3-04A87817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375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9A38A-1256-41D0-97C9-AEF22220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789C4A-708C-11A7-0376-32301B30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3338EF-D29F-2CB6-B8CD-96953763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4ACEE2-48AA-275C-57BE-2F90EE53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7138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C0FB0C-8F3D-600E-5168-C71F06C9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99026E-5D55-316F-C760-3455FDFE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9F47F4-E964-9F70-1FA8-701C525F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6793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BEA70-BCBA-7329-DB37-DC244B90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81A602-7FCA-4F6F-4EAC-DE53E5A4A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AF61B4-BB66-C3F3-B954-F1B5DB1F0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C5D7AC-F05B-32D8-C175-70EE818D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AF65A3-6321-D612-6DE3-300A23E7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FE0AB8-709A-E9BD-2C4F-CBC5CC9C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5363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99F2C-B2E4-C016-6CAB-4B843DA6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3BABA2-53DC-6616-F25E-434B10980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0AAD5E-26D5-DA65-D8C8-FF3A1B77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655173-A877-4671-5AB6-F2F2331C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790194-CA7D-66CA-B9CC-BEA6D0FF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765F0D-5063-5DDB-1023-8FD188FB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793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38B1D-7EE2-2A70-410D-8BE55CFF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C1196C-45EA-9211-77FF-E2D6801CF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B829D8-7D1C-4B64-ECD5-54F9469A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661B1-FCF5-6CDF-C340-50FC0D4C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50C00-049D-20A7-B323-0AFDED2D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7888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30FFAF-E505-D06B-1273-DA4B03503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B6357C-4EA3-0D11-9275-C2D4D2D6E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092A0-5F36-571B-CD22-97CAE746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49CEF-7AE7-D106-605C-28180026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108D4-63DE-94DA-38BA-E07CDE8F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9590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C1559F-1A07-0323-9302-CDE4B037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1F3EBE-EB20-C1AE-72A4-AA13DE642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7A5490-20F8-F390-4232-B0EE974DF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8913D-B449-4CD2-93B3-2BFBA7736928}" type="datetimeFigureOut">
              <a:rPr lang="es-CR" smtClean="0"/>
              <a:t>25/8/2022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AE1AC4-E3EB-BFD1-607E-D97023BB9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89DC0F-DD03-64AB-567F-37C1502B8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A96D1-D787-4490-BBE1-F5E4B3D038F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265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E165DC-2798-16F8-1929-F3BA254C2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9813BE-87C5-377D-DF47-94CA64198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200" y="1573715"/>
            <a:ext cx="6596570" cy="37105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36180CA-14E3-B1B4-49A3-40B23ECC4D4B}"/>
              </a:ext>
            </a:extLst>
          </p:cNvPr>
          <p:cNvSpPr txBox="1"/>
          <p:nvPr/>
        </p:nvSpPr>
        <p:spPr>
          <a:xfrm>
            <a:off x="5105400" y="2367171"/>
            <a:ext cx="59912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Gotham Black" pitchFamily="50" charset="0"/>
              </a:rPr>
              <a:t>Plan Estratégico </a:t>
            </a:r>
          </a:p>
          <a:p>
            <a:pPr algn="ctr"/>
            <a:r>
              <a:rPr lang="es-ES" sz="4400" dirty="0">
                <a:latin typeface="Gotham Black" pitchFamily="50" charset="0"/>
              </a:rPr>
              <a:t>Desarrollo Regional</a:t>
            </a:r>
          </a:p>
          <a:p>
            <a:pPr algn="ctr"/>
            <a:r>
              <a:rPr lang="es-ES" sz="4400" dirty="0">
                <a:latin typeface="Gotham Black" pitchFamily="50" charset="0"/>
              </a:rPr>
              <a:t>Región San José</a:t>
            </a:r>
            <a:endParaRPr lang="es-CR" sz="4400" dirty="0">
              <a:latin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57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FA19F11-5BCE-533E-C787-98237EB24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0087F52-3C73-A8B6-1D8E-E1D24E22419D}"/>
              </a:ext>
            </a:extLst>
          </p:cNvPr>
          <p:cNvSpPr txBox="1"/>
          <p:nvPr/>
        </p:nvSpPr>
        <p:spPr>
          <a:xfrm>
            <a:off x="2533650" y="1000125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4800" dirty="0">
                <a:latin typeface="Gotham Black" pitchFamily="50" charset="0"/>
              </a:rPr>
              <a:t>Título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06179A-9D75-BED2-AF09-4E31ACD69C6F}"/>
              </a:ext>
            </a:extLst>
          </p:cNvPr>
          <p:cNvSpPr txBox="1"/>
          <p:nvPr/>
        </p:nvSpPr>
        <p:spPr>
          <a:xfrm>
            <a:off x="771525" y="2000250"/>
            <a:ext cx="1105852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R" sz="16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R" sz="16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CR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1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7401AC6-31A4-A846-52F8-C1FB117D5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2F9082-9043-BF97-0469-BA7B788C1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200" y="1573715"/>
            <a:ext cx="6596570" cy="37105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1B7FBC5-C1EC-719B-091B-40E881AF3151}"/>
              </a:ext>
            </a:extLst>
          </p:cNvPr>
          <p:cNvSpPr txBox="1"/>
          <p:nvPr/>
        </p:nvSpPr>
        <p:spPr>
          <a:xfrm>
            <a:off x="4057650" y="3136612"/>
            <a:ext cx="851535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3200" dirty="0">
                <a:latin typeface="Gotham Black" pitchFamily="50" charset="0"/>
              </a:rPr>
              <a:t>IDENTIFICANDO Y PROPONIENDO</a:t>
            </a:r>
            <a:endParaRPr lang="es-CR" sz="3200" dirty="0">
              <a:latin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6803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242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Gotham Black</vt:lpstr>
      <vt:lpstr>Poppins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Mario Cordero Aguilar</dc:creator>
  <cp:lastModifiedBy>Mario Cordero Aguilar</cp:lastModifiedBy>
  <cp:revision>4</cp:revision>
  <dcterms:created xsi:type="dcterms:W3CDTF">2022-08-25T14:46:00Z</dcterms:created>
  <dcterms:modified xsi:type="dcterms:W3CDTF">2022-08-25T14:54:23Z</dcterms:modified>
</cp:coreProperties>
</file>